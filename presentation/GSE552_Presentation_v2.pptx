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My name is James Duce
• I'm replicating a 2022 paper by Jones and Marinescu
• Published in the American Economic Journal: Economic Policy
• The paper asks one question: does giving everyone free money make them stop working?
• The method they use is called the Synthetic Control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Alaska has paid every resident $1,000–$2,000 per year since 1982 — no strings attached
• Basic economics says: if you get free money, you'll work less
• The problem: every single Alaskan got it at the same time, so there's no comparison group inside Alaska
• We also can't just compare before and after 1982 — Alaska had an oil boom at the same time
• The fix: Synthetic Control builds a fake version of Alaska from other states that looked just like Alaska before 1982
• After 1982, we compare real Alaska to this "Synthetic Alaska" — any gap is the effect of the dividend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Data comes from the Current Population Survey — the main U.S. jobs survey
• Covers all 50 states plus D.C., from 1977 to 2014
• We look at four things: whether people are employed, working part-time, in the labor force, and how many hours they work
• Before the dividend started, about 64% of Alaskans were employed — that's our starting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Left figure: employment rate — Alaska vs Synthetic Alaska from 1977 to 2014
• Before 1982 the two lines sit right on top of each other — that's a good sign, our fake Alaska is a valid twin
• After 1982 the lines stay close together — the dividend did NOT change employment
• Our result: +0.013, p = 0.459 — not statistically significant, matches the paper's null result
• Right figure: part-time employment rate
• After 1982 Alaska's line drifts above Synthetic Alaska — people shifted toward part-time work
• Our result: +0.012, same direction as the paper's +0.018
• The paper finds this significant; ours isn't — because we ran fewer comparison tests (more on that next slide)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Table shows all four outcomes — published result vs what we got
• Every single outcome points in the same direction as the paper
• None show a significant drop in employment — the main finding replicates
• Why didn't employment fall? Two forces nearly cancel each other out:
  — People getting free money work a little less (income effect: −0.6pp)
  — But everyone spends that money locally, which creates jobs (demand effect: +0.5pp)
  — The two nearly cancel → net effect on employment is basically zero
• The income effect shows up instead as people cutting hours — shifting to part-time rather than quitting
• Why do our p-values differ from the paper? The paper ran 1,836 comparison tests; we ran about 50
  — Fewer tests = less precision = harder to reach statistical significance
  — The direction and size of the effects are still very similar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Giving everyone cash at the same time doesn't kill jobs — the spending creates new ones that offset it
• The effect shows up in how many hours people work, not whether they work at all
• For UBI policy: real-world effects on employment are probably much smaller than simple models suggest
• For the method: the synthetic control only works if your fake version matches the real one closely before treatment — ours did (RMSE 0.0036 is very tight)
• And p-values in this method depend heavily on how many comparison tests you run — something to keep in mind when reading SCM papers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Labor Market Impacts of Universal and Permanent Cash Transfers: Evidence from the Alaska Permanent Fund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8046720" cy="0"/>
          </a:xfrm>
          <a:prstGeom prst="line">
            <a:avLst/>
          </a:prstGeom>
          <a:noFill/>
          <a:ln w="1905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Jones, Damon &amp; Marinescu, Ioana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Journal: Economic Policy  ·  2022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8046720" cy="0"/>
          </a:xfrm>
          <a:prstGeom prst="line">
            <a:avLst/>
          </a:prstGeom>
          <a:noFill/>
          <a:ln w="9525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James Duce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552  ·  Cal Poly SLO  ·  Method: Synthetic Control Method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github.com/JamesDuce/GSE-552-Replication-Paper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1887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&amp; method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Alaska? Why Synthetic Control?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&amp;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Permanent Fund Dividend: every resident gets ~$1,000–$2,000/yr since 1982 — universal, unconditional, permanent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theory: more income → buy leisure → work less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every Alaskan treated simultaneously — no control group, can't do DiD, oil boom confounds before/after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SCM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'Synthetic Alaska' — a weighted average of donor states that looked like Alaska before 1982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w* minimize pre-1982 prediction error (w ≥ 0, Σw = 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Post-1982 gap = causal effect. Inference: repeat for every donor state (placebo test)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1887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CPS State-Year Panel, 1977–2014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01168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201168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201168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1977–81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2011680" cy="914400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1982–2014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post-period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outcome variables (state × year means):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21488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743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Alaska pre-1982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LFP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worked (MORG)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hourslw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 hrs/wk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1887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figures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Alaska vs. Synthetic Alaska — the two key figures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429768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840480"/>
            <a:ext cx="4297680" cy="594360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8404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Employment: +0.013, p = 0.459 — NOT significant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lines stay together after 1982 ✓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43000"/>
            <a:ext cx="4297680" cy="2651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3840480"/>
            <a:ext cx="4297680" cy="594360"/>
          </a:xfrm>
          <a:prstGeom prst="rect">
            <a:avLst/>
          </a:prstGeom>
          <a:solidFill>
            <a:srgbClr val="FEF3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09160" y="38404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Part-time: +0.012, p = 0.156 — same direction as published +0.018**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Alaska drifts above Synthetic Alaska post-1982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1887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interpretation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2 — All outcomes + why employment didn't fall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212080" cy="2560320"/>
        </p:xfrm>
        <a:graphic>
          <a:graphicData uri="http://schemas.openxmlformats.org/drawingml/2006/table">
            <a:tbl>
              <a:tblPr/>
              <a:tblGrid>
                <a:gridCol w="1691640"/>
                <a:gridCol w="1417320"/>
                <a:gridCol w="1417320"/>
                <a:gridCol w="868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(p=.942)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 (p=.459)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0.018** (p=.020)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 (p=.156)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65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LFP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 (p=.331)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 (p=.327)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worked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−0.796 (p=.084)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−0.474 (p=.280)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65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886200"/>
            <a:ext cx="5212080" cy="457200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886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4: qualitative conclusion matches — no significant employment reduction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1188720"/>
            <a:ext cx="3108960" cy="1005840"/>
          </a:xfrm>
          <a:prstGeom prst="rect">
            <a:avLst/>
          </a:prstGeom>
          <a:solidFill>
            <a:srgbClr val="FEF3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2527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effect (micro)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15270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→ work less → −0.6 pp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F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760720" y="2697480"/>
            <a:ext cx="3108960" cy="1005840"/>
          </a:xfrm>
          <a:prstGeom prst="rect">
            <a:avLst/>
          </a:prstGeom>
          <a:solidFill>
            <a:srgbClr val="F0FA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761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effect (macro)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97880" y="3035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spends locally → more jobs → +0.5 pp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3840480"/>
            <a:ext cx="31089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≈ 0  →  null employment result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employment effect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demand effects offset the income effect — cash transfers don't kill jobs when everyone gets them simultaneously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20624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not jobs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1051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effect shows on the intensive margin (part-time shift), not whether people quit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20624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19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 policy implication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6850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effects of universal programs are much smaller than micro labor-supply models predict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20624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71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19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lesson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68503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lives in pre-period fit (RMSE 0.0036) — p-values are very sensitive to placebo pool size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github.com/JamesDuce/GSE-552-Replication-Paper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James Duce</dc:creator>
  <cp:lastModifiedBy>James Duce</cp:lastModifiedBy>
  <cp:revision>1</cp:revision>
  <dcterms:created xsi:type="dcterms:W3CDTF">2026-06-02T19:49:46Z</dcterms:created>
  <dcterms:modified xsi:type="dcterms:W3CDTF">2026-06-02T19:49:46Z</dcterms:modified>
</cp:coreProperties>
</file>